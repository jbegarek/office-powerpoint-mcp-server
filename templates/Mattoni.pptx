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7"/>
  </p:notesMasterIdLst>
  <p:sldIdLst>
    <p:sldId id="280" r:id="rId2"/>
    <p:sldId id="281" r:id="rId3"/>
    <p:sldId id="282" r:id="rId4"/>
    <p:sldId id="283" r:id="rId5"/>
    <p:sldId id="284" r:id="rId6"/>
  </p:sldIdLst>
  <p:sldSz cx="12192000" cy="6858000"/>
  <p:notesSz cx="6858000" cy="9144000"/>
  <p:embeddedFontLst>
    <p:embeddedFont>
      <p:font typeface="Century Gothic" panose="020B0502020202020204" pitchFamily="34" charset="0"/>
      <p:regular r:id="rId8"/>
      <p:bold r:id="rId9"/>
      <p:italic r:id="rId10"/>
      <p:boldItalic r:id="rId11"/>
    </p:embeddedFont>
  </p:embeddedFontLst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9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2917" autoAdjust="0"/>
  </p:normalViewPr>
  <p:slideViewPr>
    <p:cSldViewPr snapToGrid="0">
      <p:cViewPr varScale="1">
        <p:scale>
          <a:sx n="103" d="100"/>
          <a:sy n="103" d="100"/>
        </p:scale>
        <p:origin x="85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vlíček Jan" userId="eaeafea8-1c86-4dc5-b821-d0a0433a658a" providerId="ADAL" clId="{206C98F6-6138-46A4-A7A2-381AB5F885C5}"/>
    <pc:docChg chg="addSld delSld">
      <pc:chgData name="Havlíček Jan" userId="eaeafea8-1c86-4dc5-b821-d0a0433a658a" providerId="ADAL" clId="{206C98F6-6138-46A4-A7A2-381AB5F885C5}" dt="2026-02-10T10:10:43.752" v="6" actId="680"/>
      <pc:docMkLst>
        <pc:docMk/>
      </pc:docMkLst>
      <pc:sldChg chg="del">
        <pc:chgData name="Havlíček Jan" userId="eaeafea8-1c86-4dc5-b821-d0a0433a658a" providerId="ADAL" clId="{206C98F6-6138-46A4-A7A2-381AB5F885C5}" dt="2026-02-10T10:09:42.506" v="2" actId="47"/>
        <pc:sldMkLst>
          <pc:docMk/>
          <pc:sldMk cId="226239689" sldId="279"/>
        </pc:sldMkLst>
      </pc:sldChg>
      <pc:sldChg chg="new">
        <pc:chgData name="Havlíček Jan" userId="eaeafea8-1c86-4dc5-b821-d0a0433a658a" providerId="ADAL" clId="{206C98F6-6138-46A4-A7A2-381AB5F885C5}" dt="2026-02-10T10:09:40.838" v="1" actId="680"/>
        <pc:sldMkLst>
          <pc:docMk/>
          <pc:sldMk cId="1998932342" sldId="280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3081177839" sldId="280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518691320" sldId="281"/>
        </pc:sldMkLst>
      </pc:sldChg>
      <pc:sldChg chg="new">
        <pc:chgData name="Havlíček Jan" userId="eaeafea8-1c86-4dc5-b821-d0a0433a658a" providerId="ADAL" clId="{206C98F6-6138-46A4-A7A2-381AB5F885C5}" dt="2026-02-10T10:09:57.959" v="3" actId="680"/>
        <pc:sldMkLst>
          <pc:docMk/>
          <pc:sldMk cId="2081708087" sldId="281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96293441" sldId="282"/>
        </pc:sldMkLst>
      </pc:sldChg>
      <pc:sldChg chg="new">
        <pc:chgData name="Havlíček Jan" userId="eaeafea8-1c86-4dc5-b821-d0a0433a658a" providerId="ADAL" clId="{206C98F6-6138-46A4-A7A2-381AB5F885C5}" dt="2026-02-10T10:10:04.698" v="4" actId="680"/>
        <pc:sldMkLst>
          <pc:docMk/>
          <pc:sldMk cId="3483782497" sldId="282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1497791304" sldId="283"/>
        </pc:sldMkLst>
      </pc:sldChg>
      <pc:sldChg chg="new">
        <pc:chgData name="Havlíček Jan" userId="eaeafea8-1c86-4dc5-b821-d0a0433a658a" providerId="ADAL" clId="{206C98F6-6138-46A4-A7A2-381AB5F885C5}" dt="2026-02-10T10:10:26.522" v="5" actId="680"/>
        <pc:sldMkLst>
          <pc:docMk/>
          <pc:sldMk cId="1704810340" sldId="283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1120058244" sldId="284"/>
        </pc:sldMkLst>
      </pc:sldChg>
      <pc:sldChg chg="new">
        <pc:chgData name="Havlíček Jan" userId="eaeafea8-1c86-4dc5-b821-d0a0433a658a" providerId="ADAL" clId="{206C98F6-6138-46A4-A7A2-381AB5F885C5}" dt="2026-02-10T10:10:43.752" v="6" actId="680"/>
        <pc:sldMkLst>
          <pc:docMk/>
          <pc:sldMk cId="1677441268" sldId="284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3858050478" sldId="285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1725286431" sldId="286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1562979084" sldId="287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923733658" sldId="288"/>
        </pc:sldMkLst>
      </pc:sldChg>
      <pc:sldChg chg="del">
        <pc:chgData name="Havlíček Jan" userId="eaeafea8-1c86-4dc5-b821-d0a0433a658a" providerId="ADAL" clId="{206C98F6-6138-46A4-A7A2-381AB5F885C5}" dt="2026-02-10T10:09:32.240" v="0" actId="47"/>
        <pc:sldMkLst>
          <pc:docMk/>
          <pc:sldMk cId="4070632449" sldId="28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945605-543E-45F1-86CB-E208619F97AB}" type="datetimeFigureOut">
              <a:rPr lang="cs-CZ" smtClean="0"/>
              <a:t>23.02.2026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09B47-5BDF-49C7-A5BE-E141A2A0FC2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6643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5">
            <a:extLst>
              <a:ext uri="{FF2B5EF4-FFF2-40B4-BE49-F238E27FC236}">
                <a16:creationId xmlns:a16="http://schemas.microsoft.com/office/drawing/2014/main" id="{1F3DA659-5B5D-4DB5-85CB-4C9856A907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1218565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863554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A95394-4883-4D10-A073-98644CB1D2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 b="1"/>
            </a:lvl1pPr>
          </a:lstStyle>
          <a:p>
            <a:r>
              <a:rPr lang="cs-CZ"/>
              <a:t>Název prezentace</a:t>
            </a:r>
            <a:endParaRPr lang="en-GB"/>
          </a:p>
        </p:txBody>
      </p:sp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B3DBA731-812B-4A10-B3AE-B4E9DADB40EA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128949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Datum</a:t>
            </a:r>
          </a:p>
        </p:txBody>
      </p:sp>
    </p:spTree>
    <p:extLst>
      <p:ext uri="{BB962C8B-B14F-4D97-AF65-F5344CB8AC3E}">
        <p14:creationId xmlns:p14="http://schemas.microsoft.com/office/powerpoint/2010/main" val="22960247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Zástupný symbol pro text 2">
            <a:extLst>
              <a:ext uri="{FF2B5EF4-FFF2-40B4-BE49-F238E27FC236}">
                <a16:creationId xmlns:a16="http://schemas.microsoft.com/office/drawing/2014/main" id="{95464A7F-7FA6-4268-B5BD-42F11FD5359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986" y="1279525"/>
            <a:ext cx="11178041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Po kliknutí můžete upravovat styly textu v předloze.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  <a:endParaRPr lang="en-GB" altLang="cs-CZ"/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AEEED7E8-1CAC-4478-BDD3-A81D2FB5B7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cs-CZ"/>
              <a:t>Nadpis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4217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slide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Zástupný symbol pro text 2">
            <a:extLst>
              <a:ext uri="{FF2B5EF4-FFF2-40B4-BE49-F238E27FC236}">
                <a16:creationId xmlns:a16="http://schemas.microsoft.com/office/drawing/2014/main" id="{03918533-0BDD-4FB1-96F4-6E074E09A64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34986" y="1279525"/>
            <a:ext cx="11178041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Po kliknutí můžete upravovat styly textu v předloze.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  <a:endParaRPr lang="en-GB" altLang="cs-CZ"/>
          </a:p>
        </p:txBody>
      </p:sp>
      <p:sp>
        <p:nvSpPr>
          <p:cNvPr id="11" name="Zástupný nadpis 1">
            <a:extLst>
              <a:ext uri="{FF2B5EF4-FFF2-40B4-BE49-F238E27FC236}">
                <a16:creationId xmlns:a16="http://schemas.microsoft.com/office/drawing/2014/main" id="{000A6372-5FF7-4911-B73D-26267A64D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/>
            </a:lvl1pPr>
          </a:lstStyle>
          <a:p>
            <a:r>
              <a:rPr lang="cs-CZ"/>
              <a:t>Nadpis</a:t>
            </a:r>
            <a:endParaRPr lang="en-GB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311C7008-D854-4287-8ED5-AC9682FF06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64" y="6057559"/>
            <a:ext cx="2016034" cy="5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24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804C3529-850D-46C0-8A6C-36164A81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4" y="1306286"/>
            <a:ext cx="5462591" cy="9274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F9F933D0-E6A6-4E74-BB68-FE1D03576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6" y="2505075"/>
            <a:ext cx="5462590" cy="32952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DE50A591-7A8D-4996-9077-3F880C225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06286"/>
            <a:ext cx="5540826" cy="9274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334EC368-C5C8-40AB-BF2A-FCAF57A3C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540827" cy="3295224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0" name="Zástupný nadpis 1">
            <a:extLst>
              <a:ext uri="{FF2B5EF4-FFF2-40B4-BE49-F238E27FC236}">
                <a16:creationId xmlns:a16="http://schemas.microsoft.com/office/drawing/2014/main" id="{89A7E618-174E-4C68-AEAD-4A21B78F20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33067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mparison slide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text 2">
            <a:extLst>
              <a:ext uri="{FF2B5EF4-FFF2-40B4-BE49-F238E27FC236}">
                <a16:creationId xmlns:a16="http://schemas.microsoft.com/office/drawing/2014/main" id="{804C3529-850D-46C0-8A6C-36164A81E2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986" y="1681163"/>
            <a:ext cx="546259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>
            <a:extLst>
              <a:ext uri="{FF2B5EF4-FFF2-40B4-BE49-F238E27FC236}">
                <a16:creationId xmlns:a16="http://schemas.microsoft.com/office/drawing/2014/main" id="{F9F933D0-E6A6-4E74-BB68-FE1D035766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34986" y="2505075"/>
            <a:ext cx="5462590" cy="330887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5" name="Zástupný symbol pro text 4">
            <a:extLst>
              <a:ext uri="{FF2B5EF4-FFF2-40B4-BE49-F238E27FC236}">
                <a16:creationId xmlns:a16="http://schemas.microsoft.com/office/drawing/2014/main" id="{DE50A591-7A8D-4996-9077-3F880C2252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484814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>
            <a:extLst>
              <a:ext uri="{FF2B5EF4-FFF2-40B4-BE49-F238E27FC236}">
                <a16:creationId xmlns:a16="http://schemas.microsoft.com/office/drawing/2014/main" id="{334EC368-C5C8-40AB-BF2A-FCAF57A3C8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505075"/>
            <a:ext cx="5484815" cy="3308871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11" name="Zástupný nadpis 1">
            <a:extLst>
              <a:ext uri="{FF2B5EF4-FFF2-40B4-BE49-F238E27FC236}">
                <a16:creationId xmlns:a16="http://schemas.microsoft.com/office/drawing/2014/main" id="{3BA165D5-B617-4DA0-81A7-6951AFF65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1EB08097-F6C2-4B43-A3A5-D79ABA8862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64" y="6057559"/>
            <a:ext cx="2016034" cy="5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5659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slide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ástupný nadpis 1">
            <a:extLst>
              <a:ext uri="{FF2B5EF4-FFF2-40B4-BE49-F238E27FC236}">
                <a16:creationId xmlns:a16="http://schemas.microsoft.com/office/drawing/2014/main" id="{0F759C91-E721-4851-B04D-E0DA27E5C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28680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Headline and content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C367A59-9B75-4E31-A0B4-9CF90E83F7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CD89FF5D-3848-4938-83F5-7DAC97C0A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0012" y="982167"/>
            <a:ext cx="6172200" cy="472259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GB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1DCB0885-93B2-4D1D-97A4-5EFBD4B2FA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473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6495048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Headline and picture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807250-3AE7-4B1E-AD05-749D9C17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BE625248-1883-4517-9163-CEEBC0592B6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6"/>
            <a:ext cx="6172200" cy="477193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GB" noProof="0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5BD9DB8-BECA-4C48-B28A-FA9EB786B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70195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</p:spTree>
    <p:extLst>
      <p:ext uri="{BB962C8B-B14F-4D97-AF65-F5344CB8AC3E}">
        <p14:creationId xmlns:p14="http://schemas.microsoft.com/office/powerpoint/2010/main" val="3701979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dline and graph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807250-3AE7-4B1E-AD05-749D9C17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5BD9DB8-BECA-4C48-B28A-FA9EB786B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64736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jekt grafu 5">
            <a:extLst>
              <a:ext uri="{FF2B5EF4-FFF2-40B4-BE49-F238E27FC236}">
                <a16:creationId xmlns:a16="http://schemas.microsoft.com/office/drawing/2014/main" id="{9BE9E6D2-9F30-4F5A-9424-076E7E48B9E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95863" y="457200"/>
            <a:ext cx="6781800" cy="5247564"/>
          </a:xfrm>
        </p:spPr>
        <p:txBody>
          <a:bodyPr rtlCol="0">
            <a:normAutofit/>
          </a:bodyPr>
          <a:lstStyle/>
          <a:p>
            <a:pPr lvl="0"/>
            <a:r>
              <a:rPr lang="cs-CZ" noProof="0"/>
              <a:t>Kliknutím na ikonu přidáte graf.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36770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adline and graph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6807250-3AE7-4B1E-AD05-749D9C17E8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GB"/>
          </a:p>
        </p:txBody>
      </p:sp>
      <p:sp>
        <p:nvSpPr>
          <p:cNvPr id="4" name="Zástupný symbol pro text 3">
            <a:extLst>
              <a:ext uri="{FF2B5EF4-FFF2-40B4-BE49-F238E27FC236}">
                <a16:creationId xmlns:a16="http://schemas.microsoft.com/office/drawing/2014/main" id="{95BD9DB8-BECA-4C48-B28A-FA9EB786B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jekt grafu 5">
            <a:extLst>
              <a:ext uri="{FF2B5EF4-FFF2-40B4-BE49-F238E27FC236}">
                <a16:creationId xmlns:a16="http://schemas.microsoft.com/office/drawing/2014/main" id="{9BE9E6D2-9F30-4F5A-9424-076E7E48B9EF}"/>
              </a:ext>
            </a:extLst>
          </p:cNvPr>
          <p:cNvSpPr>
            <a:spLocks noGrp="1"/>
          </p:cNvSpPr>
          <p:nvPr>
            <p:ph type="chart" sz="quarter" idx="10"/>
          </p:nvPr>
        </p:nvSpPr>
        <p:spPr>
          <a:xfrm>
            <a:off x="4995863" y="457200"/>
            <a:ext cx="6781800" cy="5411788"/>
          </a:xfrm>
        </p:spPr>
        <p:txBody>
          <a:bodyPr rtlCol="0">
            <a:normAutofit/>
          </a:bodyPr>
          <a:lstStyle/>
          <a:p>
            <a:pPr lvl="0"/>
            <a:r>
              <a:rPr lang="cs-CZ" noProof="0"/>
              <a:t>Kliknutím na ikonu přidáte graf.</a:t>
            </a:r>
            <a:endParaRPr lang="en-GB" noProof="0"/>
          </a:p>
        </p:txBody>
      </p:sp>
      <p:pic>
        <p:nvPicPr>
          <p:cNvPr id="7" name="Obrázek 6">
            <a:extLst>
              <a:ext uri="{FF2B5EF4-FFF2-40B4-BE49-F238E27FC236}">
                <a16:creationId xmlns:a16="http://schemas.microsoft.com/office/drawing/2014/main" id="{CBC09C14-2DEB-47AF-A489-F50B4C794E6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3964" y="6057559"/>
            <a:ext cx="2016034" cy="580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56832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5">
            <a:extLst>
              <a:ext uri="{FF2B5EF4-FFF2-40B4-BE49-F238E27FC236}">
                <a16:creationId xmlns:a16="http://schemas.microsoft.com/office/drawing/2014/main" id="{9999C947-354A-47D7-8180-E8883BF5B6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8600" y="5826125"/>
            <a:ext cx="2851150" cy="82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Nadpis 1">
            <a:extLst>
              <a:ext uri="{FF2B5EF4-FFF2-40B4-BE49-F238E27FC236}">
                <a16:creationId xmlns:a16="http://schemas.microsoft.com/office/drawing/2014/main" id="{18DDE11D-B684-4E3D-9A9C-935EA1293B1B}"/>
              </a:ext>
            </a:extLst>
          </p:cNvPr>
          <p:cNvSpPr>
            <a:spLocks noGrp="1"/>
          </p:cNvSpPr>
          <p:nvPr>
            <p:ph type="title" idx="4294967295" hasCustomPrompt="1"/>
          </p:nvPr>
        </p:nvSpPr>
        <p:spPr>
          <a:xfrm>
            <a:off x="971550" y="2616201"/>
            <a:ext cx="10515600" cy="1325562"/>
          </a:xfrm>
          <a:prstGeom prst="rect">
            <a:avLst/>
          </a:prstGeom>
        </p:spPr>
        <p:txBody>
          <a:bodyPr>
            <a:normAutofit/>
          </a:bodyPr>
          <a:lstStyle>
            <a:lvl1pPr algn="ctr">
              <a:defRPr sz="6000"/>
            </a:lvl1pPr>
          </a:lstStyle>
          <a:p>
            <a:r>
              <a:rPr lang="cs-CZ"/>
              <a:t>THANK YOU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77985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mpty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3970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2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ags" Target="../tags/tag1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9C4F9171-5840-48A4-81B3-CCFFCE504F1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5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7" imgW="473" imgH="473" progId="TCLayout.ActiveDocument.1">
                  <p:embed/>
                </p:oleObj>
              </mc:Choice>
              <mc:Fallback>
                <p:oleObj name="think-cell Slide" r:id="rId17" imgW="473" imgH="473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9C4F9171-5840-48A4-81B3-CCFFCE504F1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600B6F22-0327-4075-A3C2-41496D254C06}"/>
              </a:ext>
            </a:extLst>
          </p:cNvPr>
          <p:cNvSpPr/>
          <p:nvPr userDrawn="1">
            <p:custDataLst>
              <p:tags r:id="rId16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numCol="1" spcCol="0" rtlCol="0" anchor="ctr" anchorCtr="0">
            <a:noAutofit/>
          </a:bodyPr>
          <a:lstStyle/>
          <a:p>
            <a:pPr marL="0" lvl="0" indent="0" algn="ctr"/>
            <a:endParaRPr lang="cs-CZ" sz="3800" b="1" i="0" baseline="0">
              <a:latin typeface="Century Gothic" panose="020B0502020202020204" pitchFamily="34" charset="0"/>
              <a:ea typeface="+mj-ea"/>
              <a:cs typeface="+mj-cs"/>
              <a:sym typeface="Century Gothic" panose="020B0502020202020204" pitchFamily="34" charset="0"/>
            </a:endParaRPr>
          </a:p>
        </p:txBody>
      </p:sp>
      <p:sp>
        <p:nvSpPr>
          <p:cNvPr id="1027" name="Zástupný symbol pro text 2">
            <a:extLst>
              <a:ext uri="{FF2B5EF4-FFF2-40B4-BE49-F238E27FC236}">
                <a16:creationId xmlns:a16="http://schemas.microsoft.com/office/drawing/2014/main" id="{18E67454-B2A3-4B4B-BBBC-3BBF2CA6D6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4986" y="1279525"/>
            <a:ext cx="11178041" cy="4494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Upravte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  <a:endParaRPr lang="en-GB" altLang="cs-CZ"/>
          </a:p>
        </p:txBody>
      </p:sp>
      <p:pic>
        <p:nvPicPr>
          <p:cNvPr id="1028" name="Obrázek 7">
            <a:extLst>
              <a:ext uri="{FF2B5EF4-FFF2-40B4-BE49-F238E27FC236}">
                <a16:creationId xmlns:a16="http://schemas.microsoft.com/office/drawing/2014/main" id="{C774150D-A900-443A-A7F0-261ED2F40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15088" y="5873750"/>
            <a:ext cx="5776912" cy="996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9" name="Obrázek 8">
            <a:extLst>
              <a:ext uri="{FF2B5EF4-FFF2-40B4-BE49-F238E27FC236}">
                <a16:creationId xmlns:a16="http://schemas.microsoft.com/office/drawing/2014/main" id="{810D5674-D186-4E24-A282-B8C4B066C2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163" y="6648450"/>
            <a:ext cx="4559300" cy="10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Nadpis 1">
            <a:extLst>
              <a:ext uri="{FF2B5EF4-FFF2-40B4-BE49-F238E27FC236}">
                <a16:creationId xmlns:a16="http://schemas.microsoft.com/office/drawing/2014/main" id="{E0567FEA-409D-4B2F-8DDB-B2D135AA4D3B}"/>
              </a:ext>
            </a:extLst>
          </p:cNvPr>
          <p:cNvSpPr txBox="1">
            <a:spLocks/>
          </p:cNvSpPr>
          <p:nvPr userDrawn="1"/>
        </p:nvSpPr>
        <p:spPr>
          <a:xfrm>
            <a:off x="382587" y="103878"/>
            <a:ext cx="11178041" cy="731838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4572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9144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13716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1828800" algn="l" rtl="0" eaLnBrk="1" fontAlgn="base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800" b="1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endParaRPr lang="en-GB"/>
          </a:p>
        </p:txBody>
      </p:sp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DE00F7AD-B24D-478B-A5D6-536551D5E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4986" y="117467"/>
            <a:ext cx="11178040" cy="7318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0211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800" b="1">
          <a:solidFill>
            <a:schemeClr val="tx1"/>
          </a:solidFill>
          <a:latin typeface="Century Gothic" panose="020B0502020202020204" pitchFamily="34" charset="0"/>
        </a:defRPr>
      </a:lvl9pPr>
    </p:titleStyle>
    <p:bodyStyle>
      <a:lvl1pPr marL="228600" indent="-228600" algn="l" rtl="0" eaLnBrk="1" fontAlgn="base" hangingPunct="1">
        <a:lnSpc>
          <a:spcPct val="90000"/>
        </a:lnSpc>
        <a:spcBef>
          <a:spcPts val="1000"/>
        </a:spcBef>
        <a:spcAft>
          <a:spcPct val="0"/>
        </a:spcAft>
        <a:buBlip>
          <a:blip r:embed="rId21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Blip>
          <a:blip r:embed="rId21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Blip>
          <a:blip r:embed="rId21"/>
        </a:buBlip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Blip>
          <a:blip r:embed="rId21"/>
        </a:buBlip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lnSpc>
          <a:spcPct val="90000"/>
        </a:lnSpc>
        <a:spcBef>
          <a:spcPts val="500"/>
        </a:spcBef>
        <a:spcAft>
          <a:spcPct val="0"/>
        </a:spcAft>
        <a:buBlip>
          <a:blip r:embed="rId21"/>
        </a:buBlip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8932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126EC5-1098-B18A-4789-83E1E6A53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F96F76FB-09C6-FDB0-9C26-8740582B18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81708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sah 1">
            <a:extLst>
              <a:ext uri="{FF2B5EF4-FFF2-40B4-BE49-F238E27FC236}">
                <a16:creationId xmlns:a16="http://schemas.microsoft.com/office/drawing/2014/main" id="{FE0B90AD-33B8-C59E-362D-8F7F2B85F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adpis 2">
            <a:extLst>
              <a:ext uri="{FF2B5EF4-FFF2-40B4-BE49-F238E27FC236}">
                <a16:creationId xmlns:a16="http://schemas.microsoft.com/office/drawing/2014/main" id="{CF01B201-37F2-DF00-C9DC-304324380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837824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text 1">
            <a:extLst>
              <a:ext uri="{FF2B5EF4-FFF2-40B4-BE49-F238E27FC236}">
                <a16:creationId xmlns:a16="http://schemas.microsoft.com/office/drawing/2014/main" id="{09C4DC60-2A31-FFF7-0FE0-5F4BE9927E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9D93AAB-7EC8-0FEB-9328-A96E305A92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BEDFE94D-73D2-6E66-914B-48353B18FF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obsah 4">
            <a:extLst>
              <a:ext uri="{FF2B5EF4-FFF2-40B4-BE49-F238E27FC236}">
                <a16:creationId xmlns:a16="http://schemas.microsoft.com/office/drawing/2014/main" id="{51624D6A-767E-5369-2C1C-ADC4982221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Nadpis 5">
            <a:extLst>
              <a:ext uri="{FF2B5EF4-FFF2-40B4-BE49-F238E27FC236}">
                <a16:creationId xmlns:a16="http://schemas.microsoft.com/office/drawing/2014/main" id="{86BA5E3F-FF04-665A-0D2B-3C13F59A1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4810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85850C-4AE8-3550-6961-74FF61A31EB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71550" y="2616201"/>
            <a:ext cx="10515600" cy="1325562"/>
          </a:xfrm>
        </p:spPr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7744126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oiKF14q.b21PlHaa3OWCw"/>
</p:tagLst>
</file>

<file path=ppt/theme/theme1.xml><?xml version="1.0" encoding="utf-8"?>
<a:theme xmlns:a="http://schemas.openxmlformats.org/drawingml/2006/main" name="1_Motiv Office">
  <a:themeElements>
    <a:clrScheme name="Mattoni 1873">
      <a:dk1>
        <a:srgbClr val="002554"/>
      </a:dk1>
      <a:lt1>
        <a:sysClr val="window" lastClr="FFFFFF"/>
      </a:lt1>
      <a:dk2>
        <a:srgbClr val="44546A"/>
      </a:dk2>
      <a:lt2>
        <a:srgbClr val="E7E6E6"/>
      </a:lt2>
      <a:accent1>
        <a:srgbClr val="002554"/>
      </a:accent1>
      <a:accent2>
        <a:srgbClr val="98989A"/>
      </a:accent2>
      <a:accent3>
        <a:srgbClr val="DEDEDF"/>
      </a:accent3>
      <a:accent4>
        <a:srgbClr val="002554"/>
      </a:accent4>
      <a:accent5>
        <a:srgbClr val="002E6C"/>
      </a:accent5>
      <a:accent6>
        <a:srgbClr val="004AAC"/>
      </a:accent6>
      <a:hlink>
        <a:srgbClr val="011D39"/>
      </a:hlink>
      <a:folHlink>
        <a:srgbClr val="77777B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zentace1" id="{8CE4D5F0-6C4B-421A-875F-D6E3F0E33029}" vid="{96FD9E84-8180-4BC8-B74D-46C78EB5DE36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Century Gothic</vt:lpstr>
      <vt:lpstr>Arial</vt:lpstr>
      <vt:lpstr>1_Motiv Office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Mattoni 1873 a.s.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Havlíček Jan</dc:creator>
  <cp:lastModifiedBy>Janeček Vojtěch</cp:lastModifiedBy>
  <cp:revision>4</cp:revision>
  <dcterms:created xsi:type="dcterms:W3CDTF">2026-02-09T08:19:56Z</dcterms:created>
  <dcterms:modified xsi:type="dcterms:W3CDTF">2026-02-23T13:51:20Z</dcterms:modified>
</cp:coreProperties>
</file>